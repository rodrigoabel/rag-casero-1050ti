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caída de agosto en la captura de azufre se debió a la detención de la planta de ácido durante 52 horas por una falla en el soplador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Fundición Los Arrayanes – Indicadores de proceso Q3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Gerencia de Operaciones – octubre de 2026</a:t>
            </a:r>
          </a:p>
          <a:p>
            <a:r>
              <a:t>Documento FICTICIO generado para pruebas del RAG doméstico (octubre de 2026). No corresponde a hechos reales.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Recuperación de cobre: 97,4 %</a:t>
            </a:r>
          </a:p>
          <a:p>
            <a:r>
              <a:t>Captura de azufre: 95,8 % (meta: 96,5 %)</a:t>
            </a:r>
          </a:p>
          <a:p>
            <a:r>
              <a:t>Disponibilidad del horno flash: 91,2 %</a:t>
            </a:r>
          </a:p>
          <a:p>
            <a:r>
              <a:t>Producción de ánodos: 41.800 t</a:t>
            </a:r>
          </a:p>
          <a:p>
            <a:r>
              <a:t>Consumo específico de oxígeno: 182 Nm³ por tonelada de concentrado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Detalle mensual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63040"/>
          <a:ext cx="8412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Ánodos (t)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Captura de azufre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Disponibilidad horno flash (%)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Julio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96,1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92,0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Agosto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89,8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Septiembre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91,8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 incidentes con tiempo perdido</a:t>
            </a:r>
          </a:p>
          <a:p>
            <a:r>
              <a:t>0 fatalidades</a:t>
            </a:r>
          </a:p>
          <a:p>
            <a:r>
              <a:t>Índice de frecuencia: 1,9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Cambio de refractario del convertidor Peirce-Smith N° 3 en noviembre de 2026 (18 días de detención)</a:t>
            </a:r>
          </a:p>
          <a:p>
            <a:r>
              <a:t>Auditoría del sistema de captura de gases en diciembre</a:t>
            </a:r>
          </a:p>
          <a:p>
            <a:r>
              <a:t>Meta Q4: captura de azufre de 96,5 %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