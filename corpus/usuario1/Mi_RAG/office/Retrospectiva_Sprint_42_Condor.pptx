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Bugs Sprint 42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lotes</c:v>
                </c:pt>
                <c:pt idx="1">
                  <c:v>despachos</c:v>
                </c:pt>
                <c:pt idx="2">
                  <c:v>certificados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velocidad bajó porque un desarrollador estuvo con licencia médica durante 6 días hábiles.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historia CON-322 está bloqueada porque el proveedor FirmaSur no entrega el certificado de pruebas. Se escaló a la gerencia el 10 de septiembre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Retrospectiva Sprint 42 – Equipo Cóndor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Período: 1 al 14 de septiembre de 2026</a:t>
            </a:r>
          </a:p>
          <a:p>
            <a:r>
              <a:t>Documento FICTICIO generado para pruebas del RAG doméstico (octubre de 2026). No corresponde a hechos reales.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del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Velocidad: 38 puntos (se comprometieron 45)</a:t>
            </a:r>
          </a:p>
          <a:p>
            <a:r>
              <a:t>Bugs cerrados: 17</a:t>
            </a:r>
          </a:p>
          <a:p>
            <a:r>
              <a:t>Cobertura de pruebas: 81 %</a:t>
            </a:r>
          </a:p>
          <a:p>
            <a:r>
              <a:t>Despliegues a producción: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de las historias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Historia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Responsable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CON-311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Exportar certificados en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Terminada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Javiera Soto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CON-318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Reintentos en la cola de despachos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 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Tomás Rivas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CON-322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Panel de auditoría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Bloqueada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Marcela Ibáñez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CON-325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Migración a PostgreSQL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Terminada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Tomás Rivas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salió bien? ¿Qué mejorar?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Bien: la migración a PostgreSQL 16 terminó sin caídas</a:t>
            </a:r>
          </a:p>
          <a:p>
            <a:r>
              <a:t>Bien: buena coordinación con QA</a:t>
            </a:r>
          </a:p>
          <a:p>
            <a:r>
              <a:t>Mejorar: historias sin criterios de aceptación claros</a:t>
            </a:r>
          </a:p>
          <a:p>
            <a:r>
              <a:t>Mejorar: demasiadas reuniones los lunes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Bugs por módulo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Acuerdos del equipo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freeze los jueves a las 18:00</a:t>
            </a:r>
          </a:p>
          <a:p>
            <a:r>
              <a:t>Daily a las 9:15 (máximo 15 minutos)</a:t>
            </a:r>
          </a:p>
          <a:p>
            <a:r>
              <a:t>Toda historia nueva debe tener criterios de aceptación antes de entrar al sprint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